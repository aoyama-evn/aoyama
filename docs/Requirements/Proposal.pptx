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EC1420-258B-4E38-BB99-A4DDAD9A0E3E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B5D42E-DA9B-4954-BF6C-043FAEB6C8B2}">
      <dgm:prSet phldrT="[Text]" custT="1"/>
      <dgm:spPr/>
      <dgm:t>
        <a:bodyPr/>
        <a:lstStyle/>
        <a:p>
          <a:pPr>
            <a:buNone/>
          </a:pPr>
          <a:r>
            <a:rPr lang="vi-VN" sz="1500" b="1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Ứng dụng khách hàng</a:t>
          </a:r>
          <a:endParaRPr lang="en-US" sz="1500" dirty="0"/>
        </a:p>
      </dgm:t>
    </dgm:pt>
    <dgm:pt modelId="{099EEEBD-BEC7-4984-87B3-5ECFE2E03E77}" type="parTrans" cxnId="{45819A7A-36E0-494C-8B24-03D80AD74A3E}">
      <dgm:prSet/>
      <dgm:spPr/>
      <dgm:t>
        <a:bodyPr/>
        <a:lstStyle/>
        <a:p>
          <a:endParaRPr lang="en-US"/>
        </a:p>
      </dgm:t>
    </dgm:pt>
    <dgm:pt modelId="{3407A85E-4943-4422-A723-ABA98E6F8BBA}" type="sibTrans" cxnId="{45819A7A-36E0-494C-8B24-03D80AD74A3E}">
      <dgm:prSet/>
      <dgm:spPr/>
      <dgm:t>
        <a:bodyPr/>
        <a:lstStyle/>
        <a:p>
          <a:endParaRPr lang="en-US"/>
        </a:p>
      </dgm:t>
    </dgm:pt>
    <dgm:pt modelId="{9BE59DE8-B044-4529-8378-48E1D9EB4E40}">
      <dgm:prSet phldrT="[Text]"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phương tiện </a:t>
          </a:r>
          <a:endParaRPr lang="en-US" sz="1500" dirty="0"/>
        </a:p>
      </dgm:t>
    </dgm:pt>
    <dgm:pt modelId="{AD7612E7-933C-43D6-90B6-F716A5E1F926}" type="parTrans" cxnId="{04817A09-6CF4-4725-AB31-57236397EB1D}">
      <dgm:prSet/>
      <dgm:spPr/>
      <dgm:t>
        <a:bodyPr/>
        <a:lstStyle/>
        <a:p>
          <a:endParaRPr lang="en-US"/>
        </a:p>
      </dgm:t>
    </dgm:pt>
    <dgm:pt modelId="{81CD9463-ABD5-4E83-BD8B-53C3B5EF51D6}" type="sibTrans" cxnId="{04817A09-6CF4-4725-AB31-57236397EB1D}">
      <dgm:prSet/>
      <dgm:spPr/>
      <dgm:t>
        <a:bodyPr/>
        <a:lstStyle/>
        <a:p>
          <a:endParaRPr lang="en-US"/>
        </a:p>
      </dgm:t>
    </dgm:pt>
    <dgm:pt modelId="{4DDF9BA9-176B-4DCE-A149-C2C89B8C60A6}">
      <dgm:prSet phldrT="[Text]" custT="1"/>
      <dgm:spPr/>
      <dgm:t>
        <a:bodyPr/>
        <a:lstStyle/>
        <a:p>
          <a:pPr>
            <a:buNone/>
          </a:pPr>
          <a:r>
            <a:rPr lang="vi-VN" sz="1500" b="1" dirty="0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Hệ thống </a:t>
          </a:r>
          <a:r>
            <a:rPr lang="en-US" sz="1500" b="1" dirty="0" err="1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cửa</a:t>
          </a:r>
          <a:r>
            <a:rPr lang="en-US" sz="1500" b="1" dirty="0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 </a:t>
          </a:r>
          <a:r>
            <a:rPr lang="en-US" sz="1500" b="1" dirty="0" err="1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hàng</a:t>
          </a:r>
          <a:endParaRPr lang="en-US" sz="1500" dirty="0">
            <a:latin typeface="Arial (Body)"/>
          </a:endParaRPr>
        </a:p>
      </dgm:t>
    </dgm:pt>
    <dgm:pt modelId="{45E801E3-7A32-45C3-90A3-B33CB4D052A9}" type="parTrans" cxnId="{F416B6A5-6E4A-4325-96DA-761A64A37A39}">
      <dgm:prSet/>
      <dgm:spPr/>
      <dgm:t>
        <a:bodyPr/>
        <a:lstStyle/>
        <a:p>
          <a:endParaRPr lang="en-US"/>
        </a:p>
      </dgm:t>
    </dgm:pt>
    <dgm:pt modelId="{79AA7802-E28D-4B15-8319-3523A67D6946}" type="sibTrans" cxnId="{F416B6A5-6E4A-4325-96DA-761A64A37A39}">
      <dgm:prSet/>
      <dgm:spPr/>
      <dgm:t>
        <a:bodyPr/>
        <a:lstStyle/>
        <a:p>
          <a:endParaRPr lang="en-US"/>
        </a:p>
      </dgm:t>
    </dgm:pt>
    <dgm:pt modelId="{75DD42D5-6115-45D7-8273-0700BE51A1DC}">
      <dgm:prSet phldrT="[Text]"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lịch hẹn </a:t>
          </a:r>
          <a:endParaRPr lang="en-US" sz="1500" dirty="0"/>
        </a:p>
      </dgm:t>
    </dgm:pt>
    <dgm:pt modelId="{6788BAC1-9272-46A9-B210-9149F400D74E}" type="parTrans" cxnId="{A2C145C3-48BB-45F4-BEF5-52F01B937D25}">
      <dgm:prSet/>
      <dgm:spPr/>
      <dgm:t>
        <a:bodyPr/>
        <a:lstStyle/>
        <a:p>
          <a:endParaRPr lang="en-US"/>
        </a:p>
      </dgm:t>
    </dgm:pt>
    <dgm:pt modelId="{C1174103-7FFA-448C-8292-86AF65D8A617}" type="sibTrans" cxnId="{A2C145C3-48BB-45F4-BEF5-52F01B937D25}">
      <dgm:prSet/>
      <dgm:spPr/>
      <dgm:t>
        <a:bodyPr/>
        <a:lstStyle/>
        <a:p>
          <a:endParaRPr lang="en-US"/>
        </a:p>
      </dgm:t>
    </dgm:pt>
    <dgm:pt modelId="{5329252F-3A4E-41C8-AC68-3FE7EBA995FF}">
      <dgm:prSet phldrT="[Text]" custT="1"/>
      <dgm:spPr/>
      <dgm:t>
        <a:bodyPr/>
        <a:lstStyle/>
        <a:p>
          <a:pPr>
            <a:buNone/>
          </a:pPr>
          <a:r>
            <a:rPr lang="vi-VN" sz="1500" b="1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Hệ thống quản trị</a:t>
          </a:r>
          <a:endParaRPr lang="en-US" sz="1500" dirty="0"/>
        </a:p>
      </dgm:t>
    </dgm:pt>
    <dgm:pt modelId="{0C969253-FE48-401E-AFCA-442DEE5DE13D}" type="parTrans" cxnId="{F44CB9B8-B119-44C2-9F36-795B69560958}">
      <dgm:prSet/>
      <dgm:spPr/>
      <dgm:t>
        <a:bodyPr/>
        <a:lstStyle/>
        <a:p>
          <a:endParaRPr lang="en-US"/>
        </a:p>
      </dgm:t>
    </dgm:pt>
    <dgm:pt modelId="{359DD8B2-8DD4-460E-A959-FF004321DF9A}" type="sibTrans" cxnId="{F44CB9B8-B119-44C2-9F36-795B69560958}">
      <dgm:prSet/>
      <dgm:spPr/>
      <dgm:t>
        <a:bodyPr/>
        <a:lstStyle/>
        <a:p>
          <a:endParaRPr lang="en-US"/>
        </a:p>
      </dgm:t>
    </dgm:pt>
    <dgm:pt modelId="{445B09A7-338B-41E6-B963-C6DFFF057F78}">
      <dgm:prSet phldrT="[Text]"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người dùng </a:t>
          </a:r>
          <a:endParaRPr lang="en-US" sz="1500" dirty="0"/>
        </a:p>
      </dgm:t>
    </dgm:pt>
    <dgm:pt modelId="{1D5EBD6D-1AA6-4EC7-97A2-28CDD1281770}" type="parTrans" cxnId="{FDB09C9E-7058-415B-BF38-F3111A9BFB96}">
      <dgm:prSet/>
      <dgm:spPr/>
      <dgm:t>
        <a:bodyPr/>
        <a:lstStyle/>
        <a:p>
          <a:endParaRPr lang="en-US"/>
        </a:p>
      </dgm:t>
    </dgm:pt>
    <dgm:pt modelId="{FC2905C5-0108-46E9-907D-2B632082F2E9}" type="sibTrans" cxnId="{FDB09C9E-7058-415B-BF38-F3111A9BFB96}">
      <dgm:prSet/>
      <dgm:spPr/>
      <dgm:t>
        <a:bodyPr/>
        <a:lstStyle/>
        <a:p>
          <a:endParaRPr lang="en-US"/>
        </a:p>
      </dgm:t>
    </dgm:pt>
    <dgm:pt modelId="{1138AA71-AD76-48A3-A77C-EBABA2E4CE42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Đặt lịch bảo dưỡng</a:t>
          </a:r>
          <a:r>
            <a:rPr lang="en-US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, </a:t>
          </a:r>
          <a:r>
            <a:rPr lang="en-US" sz="15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sửa</a:t>
          </a:r>
          <a:r>
            <a:rPr lang="en-US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 </a:t>
          </a:r>
          <a:r>
            <a:rPr lang="en-US" sz="15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chữa</a:t>
          </a:r>
          <a:endParaRPr lang="vi-VN" sz="15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</dgm:t>
    </dgm:pt>
    <dgm:pt modelId="{3D83A557-03A1-42AA-85FC-88C4D80E6D21}" type="parTrans" cxnId="{091527B4-674C-4533-A6BC-546AA0939AB8}">
      <dgm:prSet/>
      <dgm:spPr/>
      <dgm:t>
        <a:bodyPr/>
        <a:lstStyle/>
        <a:p>
          <a:endParaRPr lang="en-US"/>
        </a:p>
      </dgm:t>
    </dgm:pt>
    <dgm:pt modelId="{622C2FF1-4DBE-4D77-BB1E-68D26B6D8D69}" type="sibTrans" cxnId="{091527B4-674C-4533-A6BC-546AA0939AB8}">
      <dgm:prSet/>
      <dgm:spPr/>
      <dgm:t>
        <a:bodyPr/>
        <a:lstStyle/>
        <a:p>
          <a:endParaRPr lang="en-US"/>
        </a:p>
      </dgm:t>
    </dgm:pt>
    <dgm:pt modelId="{EA918819-9BE5-4467-9869-146D3C7001F5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Theo dõi tiến độ sửa chữa </a:t>
          </a:r>
        </a:p>
      </dgm:t>
    </dgm:pt>
    <dgm:pt modelId="{237EF903-9348-4540-8F6C-236EDC21E7D8}" type="parTrans" cxnId="{EDE0E2AD-7A94-4E04-87CD-26443AEB33C5}">
      <dgm:prSet/>
      <dgm:spPr/>
      <dgm:t>
        <a:bodyPr/>
        <a:lstStyle/>
        <a:p>
          <a:endParaRPr lang="en-US"/>
        </a:p>
      </dgm:t>
    </dgm:pt>
    <dgm:pt modelId="{F71B6F55-ADEB-420A-B17F-3C23212EBB5D}" type="sibTrans" cxnId="{EDE0E2AD-7A94-4E04-87CD-26443AEB33C5}">
      <dgm:prSet/>
      <dgm:spPr/>
      <dgm:t>
        <a:bodyPr/>
        <a:lstStyle/>
        <a:p>
          <a:endParaRPr lang="en-US"/>
        </a:p>
      </dgm:t>
    </dgm:pt>
    <dgm:pt modelId="{EC529816-3839-4E0F-98E5-D656D3C3BD3F}">
      <dgm:prSet custT="1"/>
      <dgm:spPr/>
      <dgm:t>
        <a:bodyPr/>
        <a:lstStyle/>
        <a:p>
          <a:r>
            <a:rPr lang="vi-VN" sz="150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Lịch sử bảo dưỡng </a:t>
          </a:r>
          <a:endParaRPr lang="vi-VN" sz="15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</dgm:t>
    </dgm:pt>
    <dgm:pt modelId="{84485AD9-CFCD-41A0-92A3-1C5B7BBC229F}" type="parTrans" cxnId="{611ACDAB-225C-4E95-BE5A-5485933BF8EC}">
      <dgm:prSet/>
      <dgm:spPr/>
      <dgm:t>
        <a:bodyPr/>
        <a:lstStyle/>
        <a:p>
          <a:endParaRPr lang="en-US"/>
        </a:p>
      </dgm:t>
    </dgm:pt>
    <dgm:pt modelId="{B920778B-DD93-4A67-9E5B-68C19352C9A0}" type="sibTrans" cxnId="{611ACDAB-225C-4E95-BE5A-5485933BF8EC}">
      <dgm:prSet/>
      <dgm:spPr/>
      <dgm:t>
        <a:bodyPr/>
        <a:lstStyle/>
        <a:p>
          <a:endParaRPr lang="en-US"/>
        </a:p>
      </dgm:t>
    </dgm:pt>
    <dgm:pt modelId="{216EDDC4-308D-49E0-A2BC-7DDE02E7B982}">
      <dgm:prSet custT="1"/>
      <dgm:spPr/>
      <dgm:t>
        <a:bodyPr/>
        <a:lstStyle/>
        <a:p>
          <a:r>
            <a:rPr lang="vi-VN" sz="150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Nhắc lịch bảo dưỡng </a:t>
          </a:r>
          <a:endParaRPr lang="vi-VN" sz="15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</dgm:t>
    </dgm:pt>
    <dgm:pt modelId="{4384EBBA-95E8-4A2C-9DC1-31C471D36E39}" type="parTrans" cxnId="{3543491B-0889-42F7-90BB-0A5730918305}">
      <dgm:prSet/>
      <dgm:spPr/>
      <dgm:t>
        <a:bodyPr/>
        <a:lstStyle/>
        <a:p>
          <a:endParaRPr lang="en-US"/>
        </a:p>
      </dgm:t>
    </dgm:pt>
    <dgm:pt modelId="{110E4FEE-C1F4-4123-B5B3-DD774C153A94}" type="sibTrans" cxnId="{3543491B-0889-42F7-90BB-0A5730918305}">
      <dgm:prSet/>
      <dgm:spPr/>
      <dgm:t>
        <a:bodyPr/>
        <a:lstStyle/>
        <a:p>
          <a:endParaRPr lang="en-US"/>
        </a:p>
      </dgm:t>
    </dgm:pt>
    <dgm:pt modelId="{66B43C86-FF04-461A-B828-D7E0F179A897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Tiếp nhận xe </a:t>
          </a:r>
        </a:p>
      </dgm:t>
    </dgm:pt>
    <dgm:pt modelId="{79AD0C58-AC0C-4FE5-8858-730E85D0D64A}" type="parTrans" cxnId="{B5E611DF-865B-40E9-A227-92FAC5B14103}">
      <dgm:prSet/>
      <dgm:spPr/>
      <dgm:t>
        <a:bodyPr/>
        <a:lstStyle/>
        <a:p>
          <a:endParaRPr lang="en-US"/>
        </a:p>
      </dgm:t>
    </dgm:pt>
    <dgm:pt modelId="{5C4EC139-C809-4141-9699-BDF152847AF9}" type="sibTrans" cxnId="{B5E611DF-865B-40E9-A227-92FAC5B14103}">
      <dgm:prSet/>
      <dgm:spPr/>
      <dgm:t>
        <a:bodyPr/>
        <a:lstStyle/>
        <a:p>
          <a:endParaRPr lang="en-US"/>
        </a:p>
      </dgm:t>
    </dgm:pt>
    <dgm:pt modelId="{93C24AC9-B74F-4632-8A03-CBE8C58182AE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Báo giá </a:t>
          </a:r>
        </a:p>
      </dgm:t>
    </dgm:pt>
    <dgm:pt modelId="{712DF4E8-70B1-4E8A-AD07-CE9264AEF813}" type="parTrans" cxnId="{5BEDB504-ED08-4B36-B169-182AC262A715}">
      <dgm:prSet/>
      <dgm:spPr/>
      <dgm:t>
        <a:bodyPr/>
        <a:lstStyle/>
        <a:p>
          <a:endParaRPr lang="en-US"/>
        </a:p>
      </dgm:t>
    </dgm:pt>
    <dgm:pt modelId="{51C12CF3-24C0-484E-9E33-44DB9306FA01}" type="sibTrans" cxnId="{5BEDB504-ED08-4B36-B169-182AC262A715}">
      <dgm:prSet/>
      <dgm:spPr/>
      <dgm:t>
        <a:bodyPr/>
        <a:lstStyle/>
        <a:p>
          <a:endParaRPr lang="en-US"/>
        </a:p>
      </dgm:t>
    </dgm:pt>
    <dgm:pt modelId="{F6CA153F-42AA-42D5-B390-55209534BB48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sửa chữa </a:t>
          </a:r>
        </a:p>
      </dgm:t>
    </dgm:pt>
    <dgm:pt modelId="{CE11340D-75DF-4CEE-99F8-24948634B996}" type="parTrans" cxnId="{F9CEFCA7-72F2-43CF-9D8F-A0EC6F04EE60}">
      <dgm:prSet/>
      <dgm:spPr/>
      <dgm:t>
        <a:bodyPr/>
        <a:lstStyle/>
        <a:p>
          <a:endParaRPr lang="en-US"/>
        </a:p>
      </dgm:t>
    </dgm:pt>
    <dgm:pt modelId="{F3CFB61F-FAB4-4F96-A856-333E68471CB9}" type="sibTrans" cxnId="{F9CEFCA7-72F2-43CF-9D8F-A0EC6F04EE60}">
      <dgm:prSet/>
      <dgm:spPr/>
      <dgm:t>
        <a:bodyPr/>
        <a:lstStyle/>
        <a:p>
          <a:endParaRPr lang="en-US"/>
        </a:p>
      </dgm:t>
    </dgm:pt>
    <dgm:pt modelId="{882F69FF-3B5A-46F8-8971-534444187466}">
      <dgm:prSet custT="1"/>
      <dgm:spPr/>
      <dgm:t>
        <a:bodyPr/>
        <a:lstStyle/>
        <a:p>
          <a:r>
            <a:rPr lang="vi-VN" sz="150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phụ tùng </a:t>
          </a:r>
          <a:endParaRPr lang="vi-VN" sz="15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</dgm:t>
    </dgm:pt>
    <dgm:pt modelId="{1480D4A9-1FF5-4587-A3A9-F29906C2A38E}" type="parTrans" cxnId="{5D81EE70-BC3F-4D6E-9A0B-EB9C03D8CA1A}">
      <dgm:prSet/>
      <dgm:spPr/>
      <dgm:t>
        <a:bodyPr/>
        <a:lstStyle/>
        <a:p>
          <a:endParaRPr lang="en-US"/>
        </a:p>
      </dgm:t>
    </dgm:pt>
    <dgm:pt modelId="{982FF500-7A33-4CBA-A05B-854B4287D3C4}" type="sibTrans" cxnId="{5D81EE70-BC3F-4D6E-9A0B-EB9C03D8CA1A}">
      <dgm:prSet/>
      <dgm:spPr/>
      <dgm:t>
        <a:bodyPr/>
        <a:lstStyle/>
        <a:p>
          <a:endParaRPr lang="en-US"/>
        </a:p>
      </dgm:t>
    </dgm:pt>
    <dgm:pt modelId="{03E2DA5C-D42D-48AC-91E4-FBE61F7A0024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khách hàng </a:t>
          </a:r>
        </a:p>
      </dgm:t>
    </dgm:pt>
    <dgm:pt modelId="{BE7F89B6-F7C1-450B-AEFE-4D3145DA19B7}" type="parTrans" cxnId="{63CF9EC8-432C-475F-8D73-C709281AD1E7}">
      <dgm:prSet/>
      <dgm:spPr/>
      <dgm:t>
        <a:bodyPr/>
        <a:lstStyle/>
        <a:p>
          <a:endParaRPr lang="en-US"/>
        </a:p>
      </dgm:t>
    </dgm:pt>
    <dgm:pt modelId="{E4C9C8D6-6FAC-447C-B29B-4A68D9DF34AB}" type="sibTrans" cxnId="{63CF9EC8-432C-475F-8D73-C709281AD1E7}">
      <dgm:prSet/>
      <dgm:spPr/>
      <dgm:t>
        <a:bodyPr/>
        <a:lstStyle/>
        <a:p>
          <a:endParaRPr lang="en-US"/>
        </a:p>
      </dgm:t>
    </dgm:pt>
    <dgm:pt modelId="{FF32E8F2-2C5D-4AC8-87DE-49B64944D521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</a:t>
          </a:r>
          <a:r>
            <a:rPr lang="en-US" sz="15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cửa</a:t>
          </a:r>
          <a:r>
            <a:rPr lang="en-US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 </a:t>
          </a:r>
          <a:r>
            <a:rPr lang="en-US" sz="15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hàng</a:t>
          </a:r>
          <a:endParaRPr lang="vi-VN" sz="15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</dgm:t>
    </dgm:pt>
    <dgm:pt modelId="{CAABF7AC-FB7F-4CA0-BE1B-64B2CC9BDE0F}" type="parTrans" cxnId="{CDACBCB4-AAD5-4FE4-AF88-5559D7FEA714}">
      <dgm:prSet/>
      <dgm:spPr/>
      <dgm:t>
        <a:bodyPr/>
        <a:lstStyle/>
        <a:p>
          <a:endParaRPr lang="en-US"/>
        </a:p>
      </dgm:t>
    </dgm:pt>
    <dgm:pt modelId="{25354C8F-098D-4E7F-BE39-AFD279A12173}" type="sibTrans" cxnId="{CDACBCB4-AAD5-4FE4-AF88-5559D7FEA714}">
      <dgm:prSet/>
      <dgm:spPr/>
      <dgm:t>
        <a:bodyPr/>
        <a:lstStyle/>
        <a:p>
          <a:endParaRPr lang="en-US"/>
        </a:p>
      </dgm:t>
    </dgm:pt>
    <dgm:pt modelId="{8AA31EDA-5B66-4AF5-911A-3D8D267F780E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Báo cáo &amp; thống kê </a:t>
          </a:r>
        </a:p>
      </dgm:t>
    </dgm:pt>
    <dgm:pt modelId="{B1BF0817-87C3-4049-8FC3-32E0E0299480}" type="parTrans" cxnId="{979605CA-6A46-48D7-9013-3AE687304FAB}">
      <dgm:prSet/>
      <dgm:spPr/>
      <dgm:t>
        <a:bodyPr/>
        <a:lstStyle/>
        <a:p>
          <a:endParaRPr lang="en-US"/>
        </a:p>
      </dgm:t>
    </dgm:pt>
    <dgm:pt modelId="{574B7A5A-A801-4055-8164-19BAADAED45F}" type="sibTrans" cxnId="{979605CA-6A46-48D7-9013-3AE687304FAB}">
      <dgm:prSet/>
      <dgm:spPr/>
      <dgm:t>
        <a:bodyPr/>
        <a:lstStyle/>
        <a:p>
          <a:endParaRPr lang="en-US"/>
        </a:p>
      </dgm:t>
    </dgm:pt>
    <dgm:pt modelId="{A438B1CE-83AE-4703-9490-91EB7FE32F14}">
      <dgm:prSet custT="1"/>
      <dgm:spPr/>
      <dgm:t>
        <a:bodyPr/>
        <a:lstStyle/>
        <a:p>
          <a:r>
            <a:rPr lang="vi-VN" sz="15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Phân quyền</a:t>
          </a:r>
          <a:endParaRPr lang="en-US" sz="1500" dirty="0">
            <a:solidFill>
              <a:schemeClr val="tx1">
                <a:alpha val="8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D053D4-8615-4412-A8AB-166E29FC8722}" type="parTrans" cxnId="{1C623691-B465-4083-8566-B1A90F43B87C}">
      <dgm:prSet/>
      <dgm:spPr/>
      <dgm:t>
        <a:bodyPr/>
        <a:lstStyle/>
        <a:p>
          <a:endParaRPr lang="en-US"/>
        </a:p>
      </dgm:t>
    </dgm:pt>
    <dgm:pt modelId="{D2AFCC14-66BC-4B69-A3F9-3F9D09E2B44F}" type="sibTrans" cxnId="{1C623691-B465-4083-8566-B1A90F43B87C}">
      <dgm:prSet/>
      <dgm:spPr/>
      <dgm:t>
        <a:bodyPr/>
        <a:lstStyle/>
        <a:p>
          <a:endParaRPr lang="en-US"/>
        </a:p>
      </dgm:t>
    </dgm:pt>
    <dgm:pt modelId="{81416F77-B122-4DA1-BAC0-106C7D2FD38D}" type="pres">
      <dgm:prSet presAssocID="{06EC1420-258B-4E38-BB99-A4DDAD9A0E3E}" presName="Name0" presStyleCnt="0">
        <dgm:presLayoutVars>
          <dgm:dir/>
          <dgm:animLvl val="lvl"/>
          <dgm:resizeHandles val="exact"/>
        </dgm:presLayoutVars>
      </dgm:prSet>
      <dgm:spPr/>
    </dgm:pt>
    <dgm:pt modelId="{30B800A0-0535-4FE3-B62B-175F814E3944}" type="pres">
      <dgm:prSet presAssocID="{0AB5D42E-DA9B-4954-BF6C-043FAEB6C8B2}" presName="composite" presStyleCnt="0"/>
      <dgm:spPr/>
    </dgm:pt>
    <dgm:pt modelId="{779E03D9-FDF1-41E5-8352-DA790F501BD5}" type="pres">
      <dgm:prSet presAssocID="{0AB5D42E-DA9B-4954-BF6C-043FAEB6C8B2}" presName="parTx" presStyleLbl="alignNode1" presStyleIdx="0" presStyleCnt="3">
        <dgm:presLayoutVars>
          <dgm:chMax val="0"/>
          <dgm:chPref val="0"/>
        </dgm:presLayoutVars>
      </dgm:prSet>
      <dgm:spPr/>
    </dgm:pt>
    <dgm:pt modelId="{04945160-2BDA-4F93-A7BF-27697A557E10}" type="pres">
      <dgm:prSet presAssocID="{0AB5D42E-DA9B-4954-BF6C-043FAEB6C8B2}" presName="desTx" presStyleLbl="alignAccFollowNode1" presStyleIdx="0" presStyleCnt="3">
        <dgm:presLayoutVars/>
      </dgm:prSet>
      <dgm:spPr/>
    </dgm:pt>
    <dgm:pt modelId="{FEF99EC3-97F2-41AD-ABCF-6F7F6680DC93}" type="pres">
      <dgm:prSet presAssocID="{3407A85E-4943-4422-A723-ABA98E6F8BBA}" presName="space" presStyleCnt="0"/>
      <dgm:spPr/>
    </dgm:pt>
    <dgm:pt modelId="{63588C3D-54AA-49A3-AD41-A859190CF419}" type="pres">
      <dgm:prSet presAssocID="{4DDF9BA9-176B-4DCE-A149-C2C89B8C60A6}" presName="composite" presStyleCnt="0"/>
      <dgm:spPr/>
    </dgm:pt>
    <dgm:pt modelId="{483F0F4B-B119-426A-BCB0-9D79761CF0D7}" type="pres">
      <dgm:prSet presAssocID="{4DDF9BA9-176B-4DCE-A149-C2C89B8C60A6}" presName="parTx" presStyleLbl="alignNode1" presStyleIdx="1" presStyleCnt="3">
        <dgm:presLayoutVars>
          <dgm:chMax val="0"/>
          <dgm:chPref val="0"/>
        </dgm:presLayoutVars>
      </dgm:prSet>
      <dgm:spPr/>
    </dgm:pt>
    <dgm:pt modelId="{AE023DD3-6E35-4178-83BE-71579B31BC5A}" type="pres">
      <dgm:prSet presAssocID="{4DDF9BA9-176B-4DCE-A149-C2C89B8C60A6}" presName="desTx" presStyleLbl="alignAccFollowNode1" presStyleIdx="1" presStyleCnt="3">
        <dgm:presLayoutVars/>
      </dgm:prSet>
      <dgm:spPr/>
    </dgm:pt>
    <dgm:pt modelId="{244428D5-EFE9-4A9D-B5AD-994084FEF87C}" type="pres">
      <dgm:prSet presAssocID="{79AA7802-E28D-4B15-8319-3523A67D6946}" presName="space" presStyleCnt="0"/>
      <dgm:spPr/>
    </dgm:pt>
    <dgm:pt modelId="{6060F47D-4413-44BD-A217-485AE3B311DB}" type="pres">
      <dgm:prSet presAssocID="{5329252F-3A4E-41C8-AC68-3FE7EBA995FF}" presName="composite" presStyleCnt="0"/>
      <dgm:spPr/>
    </dgm:pt>
    <dgm:pt modelId="{A5967B8A-371B-4C08-AF0E-78E5973BB827}" type="pres">
      <dgm:prSet presAssocID="{5329252F-3A4E-41C8-AC68-3FE7EBA995FF}" presName="parTx" presStyleLbl="alignNode1" presStyleIdx="2" presStyleCnt="3">
        <dgm:presLayoutVars>
          <dgm:chMax val="0"/>
          <dgm:chPref val="0"/>
        </dgm:presLayoutVars>
      </dgm:prSet>
      <dgm:spPr/>
    </dgm:pt>
    <dgm:pt modelId="{13BA9CC5-CEC2-4331-9698-056758C9BC1B}" type="pres">
      <dgm:prSet presAssocID="{5329252F-3A4E-41C8-AC68-3FE7EBA995FF}" presName="desTx" presStyleLbl="alignAccFollowNode1" presStyleIdx="2" presStyleCnt="3">
        <dgm:presLayoutVars/>
      </dgm:prSet>
      <dgm:spPr/>
    </dgm:pt>
  </dgm:ptLst>
  <dgm:cxnLst>
    <dgm:cxn modelId="{5BEDB504-ED08-4B36-B169-182AC262A715}" srcId="{4DDF9BA9-176B-4DCE-A149-C2C89B8C60A6}" destId="{93C24AC9-B74F-4632-8A03-CBE8C58182AE}" srcOrd="2" destOrd="0" parTransId="{712DF4E8-70B1-4E8A-AD07-CE9264AEF813}" sibTransId="{51C12CF3-24C0-484E-9E33-44DB9306FA01}"/>
    <dgm:cxn modelId="{04817A09-6CF4-4725-AB31-57236397EB1D}" srcId="{0AB5D42E-DA9B-4954-BF6C-043FAEB6C8B2}" destId="{9BE59DE8-B044-4529-8378-48E1D9EB4E40}" srcOrd="0" destOrd="0" parTransId="{AD7612E7-933C-43D6-90B6-F716A5E1F926}" sibTransId="{81CD9463-ABD5-4E83-BD8B-53C3B5EF51D6}"/>
    <dgm:cxn modelId="{3543491B-0889-42F7-90BB-0A5730918305}" srcId="{0AB5D42E-DA9B-4954-BF6C-043FAEB6C8B2}" destId="{216EDDC4-308D-49E0-A2BC-7DDE02E7B982}" srcOrd="4" destOrd="0" parTransId="{4384EBBA-95E8-4A2C-9DC1-31C471D36E39}" sibTransId="{110E4FEE-C1F4-4123-B5B3-DD774C153A94}"/>
    <dgm:cxn modelId="{AEFE6221-04E1-4DFD-ADB1-981EC1BF371E}" type="presOf" srcId="{445B09A7-338B-41E6-B963-C6DFFF057F78}" destId="{13BA9CC5-CEC2-4331-9698-056758C9BC1B}" srcOrd="0" destOrd="0" presId="urn:microsoft.com/office/officeart/2016/7/layout/ChevronBlockProcess"/>
    <dgm:cxn modelId="{1C261E34-EEB5-483B-8B29-84B7B5DAED30}" type="presOf" srcId="{EA918819-9BE5-4467-9869-146D3C7001F5}" destId="{04945160-2BDA-4F93-A7BF-27697A557E10}" srcOrd="0" destOrd="2" presId="urn:microsoft.com/office/officeart/2016/7/layout/ChevronBlockProcess"/>
    <dgm:cxn modelId="{344B253D-E922-47EC-A3E3-20BEBC9816D9}" type="presOf" srcId="{A438B1CE-83AE-4703-9490-91EB7FE32F14}" destId="{13BA9CC5-CEC2-4331-9698-056758C9BC1B}" srcOrd="0" destOrd="3" presId="urn:microsoft.com/office/officeart/2016/7/layout/ChevronBlockProcess"/>
    <dgm:cxn modelId="{D20A1C5D-FC86-47D7-AFF2-C5435AADFCF6}" type="presOf" srcId="{8AA31EDA-5B66-4AF5-911A-3D8D267F780E}" destId="{13BA9CC5-CEC2-4331-9698-056758C9BC1B}" srcOrd="0" destOrd="2" presId="urn:microsoft.com/office/officeart/2016/7/layout/ChevronBlockProcess"/>
    <dgm:cxn modelId="{D277CB48-8CD8-439A-A9D4-AB0CA709A34F}" type="presOf" srcId="{9BE59DE8-B044-4529-8378-48E1D9EB4E40}" destId="{04945160-2BDA-4F93-A7BF-27697A557E10}" srcOrd="0" destOrd="0" presId="urn:microsoft.com/office/officeart/2016/7/layout/ChevronBlockProcess"/>
    <dgm:cxn modelId="{8897EB6C-13D6-437E-B283-2E56F18CB1C7}" type="presOf" srcId="{EC529816-3839-4E0F-98E5-D656D3C3BD3F}" destId="{04945160-2BDA-4F93-A7BF-27697A557E10}" srcOrd="0" destOrd="3" presId="urn:microsoft.com/office/officeart/2016/7/layout/ChevronBlockProcess"/>
    <dgm:cxn modelId="{5D81EE70-BC3F-4D6E-9A0B-EB9C03D8CA1A}" srcId="{4DDF9BA9-176B-4DCE-A149-C2C89B8C60A6}" destId="{882F69FF-3B5A-46F8-8971-534444187466}" srcOrd="4" destOrd="0" parTransId="{1480D4A9-1FF5-4587-A3A9-F29906C2A38E}" sibTransId="{982FF500-7A33-4CBA-A05B-854B4287D3C4}"/>
    <dgm:cxn modelId="{8F7CC478-556F-41FD-BD57-8D5A5766CFC5}" type="presOf" srcId="{F6CA153F-42AA-42D5-B390-55209534BB48}" destId="{AE023DD3-6E35-4178-83BE-71579B31BC5A}" srcOrd="0" destOrd="3" presId="urn:microsoft.com/office/officeart/2016/7/layout/ChevronBlockProcess"/>
    <dgm:cxn modelId="{B6C34A59-18A7-408D-B11F-2093479BE283}" type="presOf" srcId="{FF32E8F2-2C5D-4AC8-87DE-49B64944D521}" destId="{13BA9CC5-CEC2-4331-9698-056758C9BC1B}" srcOrd="0" destOrd="1" presId="urn:microsoft.com/office/officeart/2016/7/layout/ChevronBlockProcess"/>
    <dgm:cxn modelId="{45819A7A-36E0-494C-8B24-03D80AD74A3E}" srcId="{06EC1420-258B-4E38-BB99-A4DDAD9A0E3E}" destId="{0AB5D42E-DA9B-4954-BF6C-043FAEB6C8B2}" srcOrd="0" destOrd="0" parTransId="{099EEEBD-BEC7-4984-87B3-5ECFE2E03E77}" sibTransId="{3407A85E-4943-4422-A723-ABA98E6F8BBA}"/>
    <dgm:cxn modelId="{5FEAD27C-2D7C-4536-BC0E-0DDB7DFA68EA}" type="presOf" srcId="{75DD42D5-6115-45D7-8273-0700BE51A1DC}" destId="{AE023DD3-6E35-4178-83BE-71579B31BC5A}" srcOrd="0" destOrd="0" presId="urn:microsoft.com/office/officeart/2016/7/layout/ChevronBlockProcess"/>
    <dgm:cxn modelId="{D4B79880-6AB7-4A9D-9B0C-108246E53955}" type="presOf" srcId="{882F69FF-3B5A-46F8-8971-534444187466}" destId="{AE023DD3-6E35-4178-83BE-71579B31BC5A}" srcOrd="0" destOrd="4" presId="urn:microsoft.com/office/officeart/2016/7/layout/ChevronBlockProcess"/>
    <dgm:cxn modelId="{A858CD82-2501-4398-AF14-48E526182134}" type="presOf" srcId="{06EC1420-258B-4E38-BB99-A4DDAD9A0E3E}" destId="{81416F77-B122-4DA1-BAC0-106C7D2FD38D}" srcOrd="0" destOrd="0" presId="urn:microsoft.com/office/officeart/2016/7/layout/ChevronBlockProcess"/>
    <dgm:cxn modelId="{573A108D-2946-4F6F-A66A-FF12361EF14D}" type="presOf" srcId="{93C24AC9-B74F-4632-8A03-CBE8C58182AE}" destId="{AE023DD3-6E35-4178-83BE-71579B31BC5A}" srcOrd="0" destOrd="2" presId="urn:microsoft.com/office/officeart/2016/7/layout/ChevronBlockProcess"/>
    <dgm:cxn modelId="{1C623691-B465-4083-8566-B1A90F43B87C}" srcId="{5329252F-3A4E-41C8-AC68-3FE7EBA995FF}" destId="{A438B1CE-83AE-4703-9490-91EB7FE32F14}" srcOrd="3" destOrd="0" parTransId="{40D053D4-8615-4412-A8AB-166E29FC8722}" sibTransId="{D2AFCC14-66BC-4B69-A3F9-3F9D09E2B44F}"/>
    <dgm:cxn modelId="{FDB09C9E-7058-415B-BF38-F3111A9BFB96}" srcId="{5329252F-3A4E-41C8-AC68-3FE7EBA995FF}" destId="{445B09A7-338B-41E6-B963-C6DFFF057F78}" srcOrd="0" destOrd="0" parTransId="{1D5EBD6D-1AA6-4EC7-97A2-28CDD1281770}" sibTransId="{FC2905C5-0108-46E9-907D-2B632082F2E9}"/>
    <dgm:cxn modelId="{50191F9F-1235-45F3-817A-BFD3965347EB}" type="presOf" srcId="{216EDDC4-308D-49E0-A2BC-7DDE02E7B982}" destId="{04945160-2BDA-4F93-A7BF-27697A557E10}" srcOrd="0" destOrd="4" presId="urn:microsoft.com/office/officeart/2016/7/layout/ChevronBlockProcess"/>
    <dgm:cxn modelId="{09D569A1-FD15-4273-8282-E172568FB695}" type="presOf" srcId="{1138AA71-AD76-48A3-A77C-EBABA2E4CE42}" destId="{04945160-2BDA-4F93-A7BF-27697A557E10}" srcOrd="0" destOrd="1" presId="urn:microsoft.com/office/officeart/2016/7/layout/ChevronBlockProcess"/>
    <dgm:cxn modelId="{F416B6A5-6E4A-4325-96DA-761A64A37A39}" srcId="{06EC1420-258B-4E38-BB99-A4DDAD9A0E3E}" destId="{4DDF9BA9-176B-4DCE-A149-C2C89B8C60A6}" srcOrd="1" destOrd="0" parTransId="{45E801E3-7A32-45C3-90A3-B33CB4D052A9}" sibTransId="{79AA7802-E28D-4B15-8319-3523A67D6946}"/>
    <dgm:cxn modelId="{F9CEFCA7-72F2-43CF-9D8F-A0EC6F04EE60}" srcId="{4DDF9BA9-176B-4DCE-A149-C2C89B8C60A6}" destId="{F6CA153F-42AA-42D5-B390-55209534BB48}" srcOrd="3" destOrd="0" parTransId="{CE11340D-75DF-4CEE-99F8-24948634B996}" sibTransId="{F3CFB61F-FAB4-4F96-A856-333E68471CB9}"/>
    <dgm:cxn modelId="{611ACDAB-225C-4E95-BE5A-5485933BF8EC}" srcId="{0AB5D42E-DA9B-4954-BF6C-043FAEB6C8B2}" destId="{EC529816-3839-4E0F-98E5-D656D3C3BD3F}" srcOrd="3" destOrd="0" parTransId="{84485AD9-CFCD-41A0-92A3-1C5B7BBC229F}" sibTransId="{B920778B-DD93-4A67-9E5B-68C19352C9A0}"/>
    <dgm:cxn modelId="{EDE0E2AD-7A94-4E04-87CD-26443AEB33C5}" srcId="{0AB5D42E-DA9B-4954-BF6C-043FAEB6C8B2}" destId="{EA918819-9BE5-4467-9869-146D3C7001F5}" srcOrd="2" destOrd="0" parTransId="{237EF903-9348-4540-8F6C-236EDC21E7D8}" sibTransId="{F71B6F55-ADEB-420A-B17F-3C23212EBB5D}"/>
    <dgm:cxn modelId="{091527B4-674C-4533-A6BC-546AA0939AB8}" srcId="{0AB5D42E-DA9B-4954-BF6C-043FAEB6C8B2}" destId="{1138AA71-AD76-48A3-A77C-EBABA2E4CE42}" srcOrd="1" destOrd="0" parTransId="{3D83A557-03A1-42AA-85FC-88C4D80E6D21}" sibTransId="{622C2FF1-4DBE-4D77-BB1E-68D26B6D8D69}"/>
    <dgm:cxn modelId="{CDACBCB4-AAD5-4FE4-AF88-5559D7FEA714}" srcId="{5329252F-3A4E-41C8-AC68-3FE7EBA995FF}" destId="{FF32E8F2-2C5D-4AC8-87DE-49B64944D521}" srcOrd="1" destOrd="0" parTransId="{CAABF7AC-FB7F-4CA0-BE1B-64B2CC9BDE0F}" sibTransId="{25354C8F-098D-4E7F-BE39-AFD279A12173}"/>
    <dgm:cxn modelId="{F44CB9B8-B119-44C2-9F36-795B69560958}" srcId="{06EC1420-258B-4E38-BB99-A4DDAD9A0E3E}" destId="{5329252F-3A4E-41C8-AC68-3FE7EBA995FF}" srcOrd="2" destOrd="0" parTransId="{0C969253-FE48-401E-AFCA-442DEE5DE13D}" sibTransId="{359DD8B2-8DD4-460E-A959-FF004321DF9A}"/>
    <dgm:cxn modelId="{25E33EC1-0076-45AA-93E0-B388BCDD3324}" type="presOf" srcId="{4DDF9BA9-176B-4DCE-A149-C2C89B8C60A6}" destId="{483F0F4B-B119-426A-BCB0-9D79761CF0D7}" srcOrd="0" destOrd="0" presId="urn:microsoft.com/office/officeart/2016/7/layout/ChevronBlockProcess"/>
    <dgm:cxn modelId="{A2C145C3-48BB-45F4-BEF5-52F01B937D25}" srcId="{4DDF9BA9-176B-4DCE-A149-C2C89B8C60A6}" destId="{75DD42D5-6115-45D7-8273-0700BE51A1DC}" srcOrd="0" destOrd="0" parTransId="{6788BAC1-9272-46A9-B210-9149F400D74E}" sibTransId="{C1174103-7FFA-448C-8292-86AF65D8A617}"/>
    <dgm:cxn modelId="{63CF9EC8-432C-475F-8D73-C709281AD1E7}" srcId="{4DDF9BA9-176B-4DCE-A149-C2C89B8C60A6}" destId="{03E2DA5C-D42D-48AC-91E4-FBE61F7A0024}" srcOrd="5" destOrd="0" parTransId="{BE7F89B6-F7C1-450B-AEFE-4D3145DA19B7}" sibTransId="{E4C9C8D6-6FAC-447C-B29B-4A68D9DF34AB}"/>
    <dgm:cxn modelId="{979605CA-6A46-48D7-9013-3AE687304FAB}" srcId="{5329252F-3A4E-41C8-AC68-3FE7EBA995FF}" destId="{8AA31EDA-5B66-4AF5-911A-3D8D267F780E}" srcOrd="2" destOrd="0" parTransId="{B1BF0817-87C3-4049-8FC3-32E0E0299480}" sibTransId="{574B7A5A-A801-4055-8164-19BAADAED45F}"/>
    <dgm:cxn modelId="{E23867D6-FA3C-4A55-9EFB-F9BFFEA00FB5}" type="presOf" srcId="{5329252F-3A4E-41C8-AC68-3FE7EBA995FF}" destId="{A5967B8A-371B-4C08-AF0E-78E5973BB827}" srcOrd="0" destOrd="0" presId="urn:microsoft.com/office/officeart/2016/7/layout/ChevronBlockProcess"/>
    <dgm:cxn modelId="{E4B253D8-8D08-4D6E-A9AE-174575191BAD}" type="presOf" srcId="{03E2DA5C-D42D-48AC-91E4-FBE61F7A0024}" destId="{AE023DD3-6E35-4178-83BE-71579B31BC5A}" srcOrd="0" destOrd="5" presId="urn:microsoft.com/office/officeart/2016/7/layout/ChevronBlockProcess"/>
    <dgm:cxn modelId="{B5E611DF-865B-40E9-A227-92FAC5B14103}" srcId="{4DDF9BA9-176B-4DCE-A149-C2C89B8C60A6}" destId="{66B43C86-FF04-461A-B828-D7E0F179A897}" srcOrd="1" destOrd="0" parTransId="{79AD0C58-AC0C-4FE5-8858-730E85D0D64A}" sibTransId="{5C4EC139-C809-4141-9699-BDF152847AF9}"/>
    <dgm:cxn modelId="{94434EDF-74FA-4162-B3F7-F8AA84D54F97}" type="presOf" srcId="{0AB5D42E-DA9B-4954-BF6C-043FAEB6C8B2}" destId="{779E03D9-FDF1-41E5-8352-DA790F501BD5}" srcOrd="0" destOrd="0" presId="urn:microsoft.com/office/officeart/2016/7/layout/ChevronBlockProcess"/>
    <dgm:cxn modelId="{039610E6-BE9D-42F7-A63D-A2E69920E628}" type="presOf" srcId="{66B43C86-FF04-461A-B828-D7E0F179A897}" destId="{AE023DD3-6E35-4178-83BE-71579B31BC5A}" srcOrd="0" destOrd="1" presId="urn:microsoft.com/office/officeart/2016/7/layout/ChevronBlockProcess"/>
    <dgm:cxn modelId="{0CAE0E7B-A6F3-4D5F-AF4B-26A91B499606}" type="presParOf" srcId="{81416F77-B122-4DA1-BAC0-106C7D2FD38D}" destId="{30B800A0-0535-4FE3-B62B-175F814E3944}" srcOrd="0" destOrd="0" presId="urn:microsoft.com/office/officeart/2016/7/layout/ChevronBlockProcess"/>
    <dgm:cxn modelId="{059954F0-3E6A-4744-B094-267DB38011B8}" type="presParOf" srcId="{30B800A0-0535-4FE3-B62B-175F814E3944}" destId="{779E03D9-FDF1-41E5-8352-DA790F501BD5}" srcOrd="0" destOrd="0" presId="urn:microsoft.com/office/officeart/2016/7/layout/ChevronBlockProcess"/>
    <dgm:cxn modelId="{AC746932-17A8-4DBB-896F-029D45119CF7}" type="presParOf" srcId="{30B800A0-0535-4FE3-B62B-175F814E3944}" destId="{04945160-2BDA-4F93-A7BF-27697A557E10}" srcOrd="1" destOrd="0" presId="urn:microsoft.com/office/officeart/2016/7/layout/ChevronBlockProcess"/>
    <dgm:cxn modelId="{DD97E6E2-04AD-46C5-9AFD-DA57B265B7FC}" type="presParOf" srcId="{81416F77-B122-4DA1-BAC0-106C7D2FD38D}" destId="{FEF99EC3-97F2-41AD-ABCF-6F7F6680DC93}" srcOrd="1" destOrd="0" presId="urn:microsoft.com/office/officeart/2016/7/layout/ChevronBlockProcess"/>
    <dgm:cxn modelId="{E8106A4A-F673-4388-BF14-D470107907B3}" type="presParOf" srcId="{81416F77-B122-4DA1-BAC0-106C7D2FD38D}" destId="{63588C3D-54AA-49A3-AD41-A859190CF419}" srcOrd="2" destOrd="0" presId="urn:microsoft.com/office/officeart/2016/7/layout/ChevronBlockProcess"/>
    <dgm:cxn modelId="{79CC29F9-82DD-45EC-AF17-7D55BC6B6812}" type="presParOf" srcId="{63588C3D-54AA-49A3-AD41-A859190CF419}" destId="{483F0F4B-B119-426A-BCB0-9D79761CF0D7}" srcOrd="0" destOrd="0" presId="urn:microsoft.com/office/officeart/2016/7/layout/ChevronBlockProcess"/>
    <dgm:cxn modelId="{07656AEA-96EC-4FCA-8528-6F2B38F8095D}" type="presParOf" srcId="{63588C3D-54AA-49A3-AD41-A859190CF419}" destId="{AE023DD3-6E35-4178-83BE-71579B31BC5A}" srcOrd="1" destOrd="0" presId="urn:microsoft.com/office/officeart/2016/7/layout/ChevronBlockProcess"/>
    <dgm:cxn modelId="{A33208DF-C44E-4D0F-BF62-B5FFAA29F6BA}" type="presParOf" srcId="{81416F77-B122-4DA1-BAC0-106C7D2FD38D}" destId="{244428D5-EFE9-4A9D-B5AD-994084FEF87C}" srcOrd="3" destOrd="0" presId="urn:microsoft.com/office/officeart/2016/7/layout/ChevronBlockProcess"/>
    <dgm:cxn modelId="{997A12B2-5496-4F04-AA56-CAB0A83AC78F}" type="presParOf" srcId="{81416F77-B122-4DA1-BAC0-106C7D2FD38D}" destId="{6060F47D-4413-44BD-A217-485AE3B311DB}" srcOrd="4" destOrd="0" presId="urn:microsoft.com/office/officeart/2016/7/layout/ChevronBlockProcess"/>
    <dgm:cxn modelId="{15F95BF2-42E3-495F-94D7-F7B17379DF42}" type="presParOf" srcId="{6060F47D-4413-44BD-A217-485AE3B311DB}" destId="{A5967B8A-371B-4C08-AF0E-78E5973BB827}" srcOrd="0" destOrd="0" presId="urn:microsoft.com/office/officeart/2016/7/layout/ChevronBlockProcess"/>
    <dgm:cxn modelId="{B99E7B9F-5509-414F-A07E-5A56FC5369D6}" type="presParOf" srcId="{6060F47D-4413-44BD-A217-485AE3B311DB}" destId="{13BA9CC5-CEC2-4331-9698-056758C9BC1B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E03D9-FDF1-41E5-8352-DA790F501BD5}">
      <dsp:nvSpPr>
        <dsp:cNvPr id="0" name=""/>
        <dsp:cNvSpPr/>
      </dsp:nvSpPr>
      <dsp:spPr>
        <a:xfrm>
          <a:off x="8930" y="470879"/>
          <a:ext cx="3534264" cy="1060279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b="1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Ứng dụng khách hàng</a:t>
          </a:r>
          <a:endParaRPr lang="en-US" sz="1500" kern="1200" dirty="0"/>
        </a:p>
      </dsp:txBody>
      <dsp:txXfrm>
        <a:off x="327014" y="470879"/>
        <a:ext cx="2898096" cy="1060279"/>
      </dsp:txXfrm>
    </dsp:sp>
    <dsp:sp modelId="{04945160-2BDA-4F93-A7BF-27697A557E10}">
      <dsp:nvSpPr>
        <dsp:cNvPr id="0" name=""/>
        <dsp:cNvSpPr/>
      </dsp:nvSpPr>
      <dsp:spPr>
        <a:xfrm>
          <a:off x="8930" y="1531159"/>
          <a:ext cx="3216180" cy="2349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phương tiện 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Đặt lịch bảo dưỡng</a:t>
          </a:r>
          <a:r>
            <a:rPr lang="en-US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, </a:t>
          </a:r>
          <a:r>
            <a:rPr lang="en-US" sz="1500" kern="12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sửa</a:t>
          </a:r>
          <a:r>
            <a:rPr lang="en-US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 </a:t>
          </a:r>
          <a:r>
            <a:rPr lang="en-US" sz="1500" kern="12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chữa</a:t>
          </a:r>
          <a:endParaRPr lang="vi-VN" sz="1500" kern="12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Theo dõi tiến độ sửa chữa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Lịch sử bảo dưỡng </a:t>
          </a:r>
          <a:endParaRPr lang="vi-VN" sz="1500" kern="12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Nhắc lịch bảo dưỡng </a:t>
          </a:r>
          <a:endParaRPr lang="vi-VN" sz="1500" kern="12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</dsp:txBody>
      <dsp:txXfrm>
        <a:off x="8930" y="1531159"/>
        <a:ext cx="3216180" cy="2349299"/>
      </dsp:txXfrm>
    </dsp:sp>
    <dsp:sp modelId="{483F0F4B-B119-426A-BCB0-9D79761CF0D7}">
      <dsp:nvSpPr>
        <dsp:cNvPr id="0" name=""/>
        <dsp:cNvSpPr/>
      </dsp:nvSpPr>
      <dsp:spPr>
        <a:xfrm>
          <a:off x="3490667" y="470879"/>
          <a:ext cx="3534264" cy="1060279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b="1" kern="1200" dirty="0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Hệ thống </a:t>
          </a:r>
          <a:r>
            <a:rPr lang="en-US" sz="1500" b="1" kern="1200" dirty="0" err="1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cửa</a:t>
          </a:r>
          <a:r>
            <a:rPr lang="en-US" sz="1500" b="1" kern="1200" dirty="0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 </a:t>
          </a:r>
          <a:r>
            <a:rPr lang="en-US" sz="1500" b="1" kern="1200" dirty="0" err="1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rPr>
            <a:t>hàng</a:t>
          </a:r>
          <a:endParaRPr lang="en-US" sz="1500" kern="1200" dirty="0">
            <a:latin typeface="Arial (Body)"/>
          </a:endParaRPr>
        </a:p>
      </dsp:txBody>
      <dsp:txXfrm>
        <a:off x="3808751" y="470879"/>
        <a:ext cx="2898096" cy="1060279"/>
      </dsp:txXfrm>
    </dsp:sp>
    <dsp:sp modelId="{AE023DD3-6E35-4178-83BE-71579B31BC5A}">
      <dsp:nvSpPr>
        <dsp:cNvPr id="0" name=""/>
        <dsp:cNvSpPr/>
      </dsp:nvSpPr>
      <dsp:spPr>
        <a:xfrm>
          <a:off x="3490667" y="1531159"/>
          <a:ext cx="3216180" cy="2349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lịch hẹn 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Tiếp nhận xe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Báo giá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sửa chữa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phụ tùng </a:t>
          </a:r>
          <a:endParaRPr lang="vi-VN" sz="1500" kern="12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khách hàng </a:t>
          </a:r>
        </a:p>
      </dsp:txBody>
      <dsp:txXfrm>
        <a:off x="3490667" y="1531159"/>
        <a:ext cx="3216180" cy="2349299"/>
      </dsp:txXfrm>
    </dsp:sp>
    <dsp:sp modelId="{A5967B8A-371B-4C08-AF0E-78E5973BB827}">
      <dsp:nvSpPr>
        <dsp:cNvPr id="0" name=""/>
        <dsp:cNvSpPr/>
      </dsp:nvSpPr>
      <dsp:spPr>
        <a:xfrm>
          <a:off x="6972405" y="470879"/>
          <a:ext cx="3534264" cy="1060279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b="1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Hệ thống quản trị</a:t>
          </a:r>
          <a:endParaRPr lang="en-US" sz="1500" kern="1200" dirty="0"/>
        </a:p>
      </dsp:txBody>
      <dsp:txXfrm>
        <a:off x="7290489" y="470879"/>
        <a:ext cx="2898096" cy="1060279"/>
      </dsp:txXfrm>
    </dsp:sp>
    <dsp:sp modelId="{13BA9CC5-CEC2-4331-9698-056758C9BC1B}">
      <dsp:nvSpPr>
        <dsp:cNvPr id="0" name=""/>
        <dsp:cNvSpPr/>
      </dsp:nvSpPr>
      <dsp:spPr>
        <a:xfrm>
          <a:off x="6972405" y="1531159"/>
          <a:ext cx="3216180" cy="2349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người dùng 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Quản lý </a:t>
          </a:r>
          <a:r>
            <a:rPr lang="en-US" sz="1500" kern="12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cửa</a:t>
          </a:r>
          <a:r>
            <a:rPr lang="en-US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 </a:t>
          </a:r>
          <a:r>
            <a:rPr lang="en-US" sz="1500" kern="1200" dirty="0" err="1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hàng</a:t>
          </a:r>
          <a:endParaRPr lang="vi-VN" sz="1500" kern="1200" dirty="0">
            <a:solidFill>
              <a:schemeClr val="tx1">
                <a:alpha val="80000"/>
              </a:schemeClr>
            </a:solidFill>
            <a:cs typeface="Arial" panose="020B0604020202020204" pitchFamily="34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Báo cáo &amp; thống kê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500" kern="1200" dirty="0">
              <a:solidFill>
                <a:schemeClr val="tx1">
                  <a:alpha val="80000"/>
                </a:schemeClr>
              </a:solidFill>
              <a:cs typeface="Arial" panose="020B0604020202020204" pitchFamily="34" charset="0"/>
            </a:rPr>
            <a:t>Phân quyền</a:t>
          </a:r>
          <a:endParaRPr lang="en-US" sz="1500" kern="1200" dirty="0">
            <a:solidFill>
              <a:schemeClr val="tx1">
                <a:alpha val="8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72405" y="1531159"/>
        <a:ext cx="3216180" cy="2349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BBC60-353D-47BF-82A5-DCEAF2E934FA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C68F3-C877-4BD4-AAD9-E2C282F8F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5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C68F3-C877-4BD4-AAD9-E2C282F8FB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08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C68F3-C877-4BD4-AAD9-E2C282F8FB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92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B3A63-B88C-810D-2036-DDE1C87B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80EBF-2BF2-3145-C20B-82BBA8D44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0DFE3-86ED-1AC9-C8EB-7F2950819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CF553-D351-2FC7-F834-3C3CECB28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C68F3-C877-4BD4-AAD9-E2C282F8FB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46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61C7-6625-3B96-C4F3-E80D0521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41AE3-234A-2F8C-5601-77E4DA2F7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DE1F1-1B71-9E5F-7304-B6373C6EC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676AD-2E67-49A9-BEC5-19ED4DFBB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C68F3-C877-4BD4-AAD9-E2C282F8FB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5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5598-453B-8A79-5692-53913D8A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5027D-CA79-0276-495B-3C4DB3A0A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8E09-0496-0A83-A3C0-35717BC5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48CC4-D477-D7F9-00FB-BB36431A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C0020-2EC6-BBE9-6B52-40B607E0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9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58E3-AADC-F664-FCBC-9066D574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A7B7-9640-048B-8454-D570860D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C1E9D-9E15-8846-F156-C68DAB54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F2A6D-5C3A-7B49-BC19-B9FCECBE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9A69-7266-D86E-5E34-69E5DD88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11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38CC-4649-D422-0479-4D7D8CCD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9D1BB-30EE-5456-1979-A9C9E80E1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5CC13-E0D0-ECA0-BA51-AC0045C83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95515-C247-2999-6AA9-20B294B4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38E5-D662-2FD2-E0D9-F8FDE732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060E-7E12-F1AF-5DD3-CB3DA63C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AB07-3E4A-9443-E542-72C65133F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75479-A8A3-CE38-0D93-71B1F9059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53BE1-ABBC-B705-1A87-E8C77070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003BF-CB50-AF1D-AB80-4976E1EB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3C415-425D-1F7C-D6E3-773B52CA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3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5F23-CBC7-6E85-BF3B-F51B3310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80FC0-4091-6B86-C3E2-20A0B407A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60379-33E8-A7D3-D6AD-BA2F064F0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3D324-969E-E3B8-E473-69AEF19E9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0AF5F-418B-F0CA-03AE-F41ABFE5B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F74D5C-B94D-6E08-1CC6-E40460D1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C3CB7-0286-E24C-5F97-9191280F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BB698-E1B0-21A9-51E7-35E4FF0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1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F4A5-A1DB-23C0-7002-761F34FF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E95B1-81F0-9322-751B-EDF03DEF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86CB8-A991-26BD-8203-1D156128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4DB9B-3D8D-608C-3641-9D0E95E9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0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EACA4-4A23-0675-807E-DF2B494A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3CBE0-3C70-3348-4054-10DC8A62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4BCAC-384B-3A3F-05B5-5F14F2FF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4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1F63-45E0-32F8-184D-25A2B436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243F-AEB8-7CE7-4A1B-E057612AC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91D36-C741-F4F8-26FC-639DA9F26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5B62C-A7BF-D282-B9C4-9B12EE00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9594D-059B-94ED-4897-8B756058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E57EC-95C8-B8EB-927B-AF50516B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8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C56A-5E5A-9713-D537-C8E0E582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6511B-ACE7-209B-DCD6-831FBA737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6FC1D-9F86-6BA0-18E1-24C9D2D07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E0E09-D689-49EB-2ABE-293A415E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93C37-0DFD-6DB3-2005-93B4F32E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6B84D-D7A5-2E35-3955-4F7DDAD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59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4C00-DE48-45B8-C4BC-701970F69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C7A23-B8AF-725E-8185-2DB38A969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AE47-3B94-BE84-34EB-15823650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DEE79-A65C-18AC-6F34-EC847AB8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CEF6-97F1-8738-4566-A61F531F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89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719AD3-611A-77C9-F864-2C7C15ED6F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2641F-3C80-314E-E374-B44C59F89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2267F-1D61-C2A3-C993-9E2B1985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FF894-8B1E-55C9-9D82-F81EAD95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17BAE-F320-ADB5-4906-64FA8D0B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62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663112-C387-5005-7EC9-B6145AE61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74BC8-7C32-0C4E-C44E-AD346AAE6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BF5C2-4B76-FEF3-EA9A-8AEC4FDE8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E1DB9-B1BC-4270-BF82-AFB1D1B04EC1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BA723-EACE-2855-921B-682548F4F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A9C14-E92E-D260-A6F0-9E1D8DA48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555FC-3CFA-4762-94D4-481F085E9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2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obility.entetsu.co.j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DE2DC-5B85-085A-A2BF-4F46AF1B9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3455" y="590095"/>
            <a:ext cx="9147940" cy="2337238"/>
          </a:xfrm>
        </p:spPr>
        <p:txBody>
          <a:bodyPr anchor="b">
            <a:normAutofit/>
          </a:bodyPr>
          <a:lstStyle/>
          <a:p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Hệ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thống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quản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lý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dịch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vụ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xe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máy</a:t>
            </a:r>
            <a:endParaRPr lang="en-US" sz="6700" dirty="0">
              <a:solidFill>
                <a:srgbClr val="FFFFFF"/>
              </a:solidFill>
              <a:latin typeface="Arial (Body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E81AD-6027-F65C-6381-A1A47F673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30" y="3605577"/>
            <a:ext cx="9147940" cy="1324303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Arial (Body)"/>
              </a:rPr>
              <a:t>Công ty </a:t>
            </a:r>
            <a:r>
              <a:rPr lang="en-US" sz="2000" dirty="0" err="1">
                <a:solidFill>
                  <a:srgbClr val="FFFFFF"/>
                </a:solidFill>
                <a:latin typeface="Arial (Body)"/>
              </a:rPr>
              <a:t>lựa</a:t>
            </a:r>
            <a:r>
              <a:rPr lang="en-US" sz="20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 (Body)"/>
              </a:rPr>
              <a:t>chọn</a:t>
            </a:r>
            <a:r>
              <a:rPr lang="en-US" sz="2000" dirty="0">
                <a:solidFill>
                  <a:srgbClr val="FFFFFF"/>
                </a:solidFill>
                <a:latin typeface="Arial (Body)"/>
              </a:rPr>
              <a:t>: Mobility Enshu Railway Co., Ltd.</a:t>
            </a:r>
          </a:p>
          <a:p>
            <a:r>
              <a:rPr lang="en-US" sz="2000" dirty="0">
                <a:solidFill>
                  <a:srgbClr val="FFFFFF"/>
                </a:solidFill>
                <a:latin typeface="Arial (Body)"/>
              </a:rPr>
              <a:t>Website: </a:t>
            </a:r>
            <a:r>
              <a:rPr lang="en-US" sz="2000" i="1" u="sng" dirty="0">
                <a:solidFill>
                  <a:srgbClr val="0070C0"/>
                </a:solidFill>
                <a:latin typeface="Arial (Body)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https://mobility.entetsu.co.jp/</a:t>
            </a:r>
            <a:endParaRPr lang="en-US" sz="2000" i="1" u="sng" dirty="0">
              <a:solidFill>
                <a:srgbClr val="0070C0"/>
              </a:solidFill>
              <a:latin typeface="Arial (Body)"/>
            </a:endParaRPr>
          </a:p>
          <a:p>
            <a:r>
              <a:rPr lang="en-US" sz="2000" dirty="0">
                <a:solidFill>
                  <a:srgbClr val="FFFFFF"/>
                </a:solidFill>
                <a:latin typeface="Arial (Body)"/>
              </a:rPr>
              <a:t>Service: Xe </a:t>
            </a:r>
            <a:r>
              <a:rPr lang="en-US" sz="2000" dirty="0" err="1">
                <a:solidFill>
                  <a:srgbClr val="FFFFFF"/>
                </a:solidFill>
                <a:latin typeface="Arial (Body)"/>
              </a:rPr>
              <a:t>máy</a:t>
            </a:r>
            <a:r>
              <a:rPr lang="en-US" sz="2000" dirty="0">
                <a:solidFill>
                  <a:srgbClr val="FFFFFF"/>
                </a:solidFill>
                <a:latin typeface="Arial (Body)"/>
              </a:rPr>
              <a:t> AOYAMA (</a:t>
            </a:r>
            <a:r>
              <a:rPr lang="en-US" sz="2000" i="1" u="sng" dirty="0">
                <a:solidFill>
                  <a:srgbClr val="0070C0"/>
                </a:solidFill>
                <a:latin typeface="Arial (Body)"/>
              </a:rPr>
              <a:t>https://www.aoyama-shoukai.co.jp/</a:t>
            </a:r>
            <a:r>
              <a:rPr lang="en-US" sz="2000" i="1" u="sng" dirty="0">
                <a:solidFill>
                  <a:schemeClr val="bg1"/>
                </a:solidFill>
                <a:latin typeface="Arial (Body)"/>
              </a:rPr>
              <a:t>)</a:t>
            </a:r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327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4B7CA-03B0-B7D1-12FE-21365D36B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Hệ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thống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quản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lý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dịch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vụ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xe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máy</a:t>
            </a:r>
            <a:endParaRPr lang="en-US" sz="6700" dirty="0">
              <a:solidFill>
                <a:srgbClr val="FFFFFF"/>
              </a:solidFill>
              <a:latin typeface="Arial (Body)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3110E-5ED5-3900-F3C0-7B892B96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01" y="0"/>
            <a:ext cx="5514974" cy="6858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Bối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endParaRPr 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Shizuoka là khu vực có tỷ lệ sử dụng xe máy cao và là trung tâm của ngành công nghiệp xe máy Nhật Bản. Tuy nhiên,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dưỡng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sữa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chữa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AOYAMA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đoàn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vẫn quản lý theo phương thức truyền thống, gây khó khăn trong việc quản lý khách hàng, lịch hẹn và lịch sử bảo dưỡng.</a:t>
            </a:r>
            <a:endParaRPr lang="en-US" sz="15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endParaRPr 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5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 với khách hàng</a:t>
            </a:r>
            <a:endParaRPr lang="vi-VN" sz="15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 đặt lịch và theo dõi bảo dưỡng. </a:t>
            </a:r>
          </a:p>
          <a:p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 có lịch sử sửa chữa tập trung. </a:t>
            </a:r>
          </a:p>
          <a:p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Thiếu thông tin minh bạch về dịch vụ. </a:t>
            </a:r>
          </a:p>
          <a:p>
            <a:pPr marL="0" indent="0">
              <a:buNone/>
            </a:pPr>
            <a:r>
              <a:rPr lang="vi-VN" sz="15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 với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vi-VN" sz="15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lý thủ công, thiếu công cụ hỗ trợ. </a:t>
            </a:r>
          </a:p>
          <a:p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 theo dõi khách hàng và phương tiện. </a:t>
            </a:r>
          </a:p>
          <a:p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trình tiếp nhận và báo giá mất nhiều thời gian.</a:t>
            </a:r>
            <a:endParaRPr lang="en-US" sz="15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endParaRPr lang="en-US" sz="2000" b="1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nền tảng số kết nối </a:t>
            </a:r>
            <a:r>
              <a:rPr lang="vi-VN" sz="15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 hàng</a:t>
            </a: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và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hỗ trợ quản lý toàn bộ quy trình từ đặt lịch, tiếp nhận xe, bảo dưỡng, sửa chữa đến chăm sóc khách hàng sau dịch vụ.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700" dirty="0">
              <a:solidFill>
                <a:schemeClr val="tx1">
                  <a:alpha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19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012E0A-98CB-419A-BAA3-3F271541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141" y="946678"/>
            <a:ext cx="10540219" cy="111986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Hệ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thống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quản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lý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dịch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vụ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xe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máy</a:t>
            </a:r>
            <a:endParaRPr lang="en-US" sz="6700" kern="1200" dirty="0">
              <a:solidFill>
                <a:srgbClr val="FFFFFF"/>
              </a:solidFill>
              <a:latin typeface="Arial (Body)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9E49E4C-650C-A44D-BD88-75AA31709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378811"/>
              </p:ext>
            </p:extLst>
          </p:nvPr>
        </p:nvGraphicFramePr>
        <p:xfrm>
          <a:off x="1423416" y="194449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1774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14537-D22A-1CB2-DBEA-A1652E38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D5FB919-625B-6C22-0BE2-F5E01C84D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00A096-B968-599B-0E50-0EB10830C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F5213-2627-DAC6-1A92-38E0E1F01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Hệ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thống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quản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lý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dịch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vụ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xe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máy</a:t>
            </a:r>
            <a:endParaRPr lang="en-US" sz="6700" dirty="0">
              <a:solidFill>
                <a:srgbClr val="FFFFFF"/>
              </a:solidFill>
              <a:latin typeface="Arial (Body)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3889F5-D9DD-38A3-C233-E4968375A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416A0FDB-8D7F-E9FB-CE01-C46579A65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302EBCC3-0F79-73F8-C2C1-1ED632530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02E928BA-2972-88AE-27A9-6889C93CC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76C7-F2B3-FB7B-ACB3-AAA014B78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4665" y="9144"/>
            <a:ext cx="5514974" cy="54589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Ứng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dụng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AI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vào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hệ</a:t>
            </a: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</a:t>
            </a:r>
            <a:r>
              <a:rPr lang="en-US" sz="20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thống</a:t>
            </a:r>
            <a:endParaRPr lang="en-US" sz="2000" b="1" dirty="0">
              <a:solidFill>
                <a:schemeClr val="tx1">
                  <a:alpha val="80000"/>
                </a:schemeClr>
              </a:solidFill>
              <a:latin typeface="Arial (Body)"/>
            </a:endParaRPr>
          </a:p>
          <a:p>
            <a:pPr marL="0" indent="0">
              <a:buNone/>
            </a:pP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Đặt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lịch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&amp;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Tiếp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nhận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xe</a:t>
            </a:r>
            <a:endParaRPr lang="en-US" sz="1500" b="1" dirty="0">
              <a:solidFill>
                <a:schemeClr val="tx1">
                  <a:alpha val="80000"/>
                </a:schemeClr>
              </a:solidFill>
              <a:latin typeface="Arial (Body)"/>
            </a:endParaRPr>
          </a:p>
          <a:p>
            <a:pPr marL="0" indent="0">
              <a:buNone/>
            </a:pP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Hỗ trợ khách hàng mô tả tình trạng xe, phân loại yêu cầu và gợi ý dịch vụ phù hợp trước khi gửi đến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cửa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hàng</a:t>
            </a: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.</a:t>
            </a:r>
            <a:endParaRPr lang="en-US" sz="1500" dirty="0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Báo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</a:rPr>
              <a:t>giá</a:t>
            </a:r>
            <a:endParaRPr lang="en-US" sz="1500" b="1" dirty="0">
              <a:solidFill>
                <a:schemeClr val="tx1">
                  <a:alpha val="80000"/>
                </a:schemeClr>
              </a:solidFill>
              <a:latin typeface="Arial (Body)"/>
            </a:endParaRPr>
          </a:p>
          <a:p>
            <a:pPr marL="0" indent="0">
              <a:buNone/>
            </a:pP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Đề xuất các hạng mục kiểm tra, phụ tùng cần thay và chi phí tham khảo dựa trên thông tin xe và triệu chứng.</a:t>
            </a:r>
          </a:p>
          <a:p>
            <a:pPr marL="0" indent="0">
              <a:buNone/>
            </a:pPr>
            <a:r>
              <a:rPr lang="en-US" sz="1600" b="1" dirty="0">
                <a:latin typeface="Arial (Body)"/>
              </a:rPr>
              <a:t>Quản </a:t>
            </a:r>
            <a:r>
              <a:rPr lang="en-US" sz="1600" b="1" dirty="0" err="1">
                <a:latin typeface="Arial (Body)"/>
              </a:rPr>
              <a:t>lý</a:t>
            </a:r>
            <a:r>
              <a:rPr lang="en-US" sz="1600" b="1" dirty="0">
                <a:latin typeface="Arial (Body)"/>
              </a:rPr>
              <a:t> </a:t>
            </a:r>
            <a:r>
              <a:rPr lang="en-US" sz="1600" b="1" dirty="0" err="1">
                <a:latin typeface="Arial (Body)"/>
              </a:rPr>
              <a:t>sửa</a:t>
            </a:r>
            <a:r>
              <a:rPr lang="en-US" sz="1600" b="1" dirty="0">
                <a:latin typeface="Arial (Body)"/>
              </a:rPr>
              <a:t> </a:t>
            </a:r>
            <a:r>
              <a:rPr lang="en-US" sz="1600" b="1" dirty="0" err="1">
                <a:latin typeface="Arial (Body)"/>
              </a:rPr>
              <a:t>chữa</a:t>
            </a:r>
            <a:endParaRPr lang="en-US" sz="1600" b="1" dirty="0">
              <a:latin typeface="Arial (Body)"/>
            </a:endParaRPr>
          </a:p>
          <a:p>
            <a:pPr marL="0" indent="0">
              <a:buNone/>
            </a:pPr>
            <a:r>
              <a:rPr lang="vi-VN" sz="1500" dirty="0">
                <a:solidFill>
                  <a:schemeClr val="tx1">
                    <a:alpha val="80000"/>
                  </a:schemeClr>
                </a:solidFill>
                <a:latin typeface="Arial (Body)"/>
              </a:rPr>
              <a:t>Hỗ trợ kỹ thuật viên tra cứu quy trình sửa chữa, mã lỗi, thông số kỹ thuật và tài liệu bảo dưỡng bằng ngôn ngữ tự nhiên.</a:t>
            </a:r>
            <a:endParaRPr lang="en-US" sz="1500" dirty="0">
              <a:solidFill>
                <a:schemeClr val="tx1">
                  <a:alpha val="80000"/>
                </a:schemeClr>
              </a:solidFill>
              <a:latin typeface="Arial (Body)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Quản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lý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phụ</a:t>
            </a:r>
            <a:r>
              <a:rPr lang="en-US" sz="1500" b="1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tùng</a:t>
            </a:r>
            <a:endParaRPr lang="en-US" sz="1500" b="1" dirty="0">
              <a:solidFill>
                <a:schemeClr val="tx1">
                  <a:alpha val="80000"/>
                </a:schemeClr>
              </a:solidFill>
              <a:latin typeface="Arial (Body)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AI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hỗ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trợ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nhập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dữ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liệu</a:t>
            </a:r>
            <a:r>
              <a:rPr lang="en-US" sz="1500" dirty="0">
                <a:solidFill>
                  <a:schemeClr val="tx1">
                    <a:alpha val="80000"/>
                  </a:schemeClr>
                </a:solidFill>
                <a:latin typeface="Arial (Body)"/>
                <a:cs typeface="Arial" panose="020B0604020202020204" pitchFamily="34" charset="0"/>
              </a:rPr>
              <a:t>…</a:t>
            </a:r>
          </a:p>
          <a:p>
            <a:pPr marL="0" indent="0">
              <a:buNone/>
            </a:pPr>
            <a:r>
              <a:rPr lang="vi-VN" sz="1500" b="1" dirty="0">
                <a:latin typeface="Arial (Body)"/>
              </a:rPr>
              <a:t>Lịch sử bảo dưỡng &amp; Nhắc lịch bảo dưỡng</a:t>
            </a:r>
            <a:endParaRPr lang="en-US" sz="1500" b="1" dirty="0">
              <a:latin typeface="Arial (Body)"/>
            </a:endParaRPr>
          </a:p>
          <a:p>
            <a:pPr marL="0" indent="0">
              <a:buNone/>
            </a:pPr>
            <a:r>
              <a:rPr lang="vi-VN" sz="1500" dirty="0">
                <a:latin typeface="Arial (Body)"/>
              </a:rPr>
              <a:t>Phân tích lịch sử bảo dưỡng và chu kỳ sử dụng để gợi ý thời điểm bảo dưỡng tiếp theo và gửi nhắc nhở tự động.</a:t>
            </a:r>
            <a:endParaRPr lang="en-US" sz="1500" b="1" dirty="0">
              <a:solidFill>
                <a:schemeClr val="tx1">
                  <a:alpha val="80000"/>
                </a:schemeClr>
              </a:solidFill>
              <a:latin typeface="Arial (Body)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1CF0BC-AD0A-DAA1-5B55-BC131965C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436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9EB3E-3BC7-28DD-506E-62F3C64EE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C821855-E945-5F0E-1EF7-F8A47A39D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E993F-A2E0-F242-B239-D9594D8FF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5329C-2708-3108-E762-65EDB1A6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Hệ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thống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quản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lý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dịch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vụ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xe</a:t>
            </a:r>
            <a:r>
              <a:rPr lang="en-US" sz="6700" dirty="0">
                <a:solidFill>
                  <a:srgbClr val="FFFFFF"/>
                </a:solidFill>
                <a:latin typeface="Arial (Body)"/>
              </a:rPr>
              <a:t> </a:t>
            </a:r>
            <a:r>
              <a:rPr lang="en-US" sz="6700" dirty="0" err="1">
                <a:solidFill>
                  <a:srgbClr val="FFFFFF"/>
                </a:solidFill>
                <a:latin typeface="Arial (Body)"/>
              </a:rPr>
              <a:t>máy</a:t>
            </a:r>
            <a:endParaRPr lang="en-US" sz="6700" dirty="0">
              <a:solidFill>
                <a:srgbClr val="FFFFFF"/>
              </a:solidFill>
              <a:latin typeface="Arial (Body)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48D1F0-667C-3790-9BBC-FBD967934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5947801C-5388-9551-BC95-459CD203B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1D13B5DF-EDAE-0D46-E61E-45F907307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5173BA4E-D8BC-C5C6-B864-01FB4F58D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6381C-C0D8-AB28-27B2-838915FDE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4665" y="0"/>
            <a:ext cx="5514974" cy="54589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 (Body)"/>
                <a:cs typeface="Arial" panose="020B0604020202020204" pitchFamily="34" charset="0"/>
              </a:rPr>
              <a:t>Lợi </a:t>
            </a:r>
            <a:r>
              <a:rPr lang="en-US" sz="2000" b="1" dirty="0" err="1">
                <a:latin typeface="Arial (Body)"/>
                <a:cs typeface="Arial" panose="020B0604020202020204" pitchFamily="34" charset="0"/>
              </a:rPr>
              <a:t>ích</a:t>
            </a:r>
            <a:endParaRPr lang="en-US" sz="2000" b="1" dirty="0">
              <a:latin typeface="Arial (Body)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500" b="1" dirty="0">
                <a:latin typeface="Arial (Body)"/>
              </a:rPr>
              <a:t>Khách hàng</a:t>
            </a:r>
            <a:endParaRPr lang="vi-VN" sz="1500" dirty="0">
              <a:latin typeface="Arial (Body)"/>
            </a:endParaRPr>
          </a:p>
          <a:p>
            <a:r>
              <a:rPr lang="vi-VN" sz="1500" dirty="0">
                <a:latin typeface="Arial (Body)"/>
              </a:rPr>
              <a:t>Đặt lịch thuận tiện. </a:t>
            </a:r>
          </a:p>
          <a:p>
            <a:r>
              <a:rPr lang="vi-VN" sz="1500" dirty="0">
                <a:latin typeface="Arial (Body)"/>
              </a:rPr>
              <a:t>Theo dõi lịch sử bảo dưỡng. </a:t>
            </a:r>
          </a:p>
          <a:p>
            <a:r>
              <a:rPr lang="vi-VN" sz="1500" dirty="0">
                <a:latin typeface="Arial (Body)"/>
              </a:rPr>
              <a:t>Minh bạch thông tin dịch vụ. </a:t>
            </a:r>
          </a:p>
          <a:p>
            <a:pPr marL="0" indent="0">
              <a:buNone/>
            </a:pPr>
            <a:r>
              <a:rPr lang="en-US" sz="1500" b="1" dirty="0" err="1">
                <a:latin typeface="Arial (Body)"/>
              </a:rPr>
              <a:t>Cửa</a:t>
            </a:r>
            <a:r>
              <a:rPr lang="en-US" sz="1500" b="1" dirty="0">
                <a:latin typeface="Arial (Body)"/>
              </a:rPr>
              <a:t> </a:t>
            </a:r>
            <a:r>
              <a:rPr lang="en-US" sz="1500" b="1" dirty="0" err="1">
                <a:latin typeface="Arial (Body)"/>
              </a:rPr>
              <a:t>hàng</a:t>
            </a:r>
            <a:endParaRPr lang="vi-VN" sz="1500" dirty="0">
              <a:latin typeface="Arial (Body)"/>
            </a:endParaRPr>
          </a:p>
          <a:p>
            <a:r>
              <a:rPr lang="vi-VN" sz="1500" dirty="0">
                <a:latin typeface="Arial (Body)"/>
              </a:rPr>
              <a:t>Chuẩn hóa quy trình làm việc. </a:t>
            </a:r>
          </a:p>
          <a:p>
            <a:r>
              <a:rPr lang="vi-VN" sz="1500" dirty="0">
                <a:latin typeface="Arial (Body)"/>
              </a:rPr>
              <a:t>Nâng cao hiệu quả quản lý. </a:t>
            </a:r>
          </a:p>
          <a:p>
            <a:r>
              <a:rPr lang="vi-VN" sz="1500" dirty="0">
                <a:latin typeface="Arial (Body)"/>
              </a:rPr>
              <a:t>Tăng chất lượng dịch vụ và tỷ lệ khách hàng quay lại. </a:t>
            </a:r>
          </a:p>
          <a:p>
            <a:pPr marL="0" indent="0">
              <a:buNone/>
            </a:pPr>
            <a:r>
              <a:rPr lang="vi-VN" sz="1500" b="1" dirty="0">
                <a:latin typeface="Arial (Body)"/>
              </a:rPr>
              <a:t>Doanh nghiệp</a:t>
            </a:r>
            <a:endParaRPr lang="vi-VN" sz="1500" dirty="0">
              <a:latin typeface="Arial (Body)"/>
            </a:endParaRPr>
          </a:p>
          <a:p>
            <a:r>
              <a:rPr lang="vi-VN" sz="1500" dirty="0">
                <a:latin typeface="Arial (Body)"/>
              </a:rPr>
              <a:t>Xây dựng nền tảng kết nối nhiều </a:t>
            </a:r>
            <a:r>
              <a:rPr lang="en-US" sz="1500" dirty="0" err="1">
                <a:latin typeface="Arial (Body)"/>
              </a:rPr>
              <a:t>cửa</a:t>
            </a:r>
            <a:r>
              <a:rPr lang="en-US" sz="1500" dirty="0">
                <a:latin typeface="Arial (Body)"/>
              </a:rPr>
              <a:t> </a:t>
            </a:r>
            <a:r>
              <a:rPr lang="en-US" sz="1500" dirty="0" err="1">
                <a:latin typeface="Arial (Body)"/>
              </a:rPr>
              <a:t>hàng</a:t>
            </a:r>
            <a:r>
              <a:rPr lang="en-US" sz="1500" dirty="0">
                <a:latin typeface="Arial (Body)"/>
              </a:rPr>
              <a:t>.</a:t>
            </a:r>
            <a:r>
              <a:rPr lang="vi-VN" sz="1500" dirty="0">
                <a:latin typeface="Arial (Body)"/>
              </a:rPr>
              <a:t> </a:t>
            </a:r>
          </a:p>
          <a:p>
            <a:r>
              <a:rPr lang="vi-VN" sz="1500" dirty="0">
                <a:latin typeface="Arial (Body)"/>
              </a:rPr>
              <a:t>Dễ dàng mở rộng và phát triển các dịch vụ trong tương lai.</a:t>
            </a:r>
            <a:endParaRPr lang="en-US" sz="1500" b="1" dirty="0">
              <a:solidFill>
                <a:schemeClr val="tx1">
                  <a:alpha val="80000"/>
                </a:schemeClr>
              </a:solidFill>
              <a:latin typeface="Arial (Body)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340154-EAA2-A9EF-7C35-A07AC976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85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571</Words>
  <Application>Microsoft Office PowerPoint</Application>
  <PresentationFormat>Widescreen</PresentationFormat>
  <Paragraphs>66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(Body)</vt:lpstr>
      <vt:lpstr>Aptos</vt:lpstr>
      <vt:lpstr>Aptos Display</vt:lpstr>
      <vt:lpstr>Arial</vt:lpstr>
      <vt:lpstr>Office Theme</vt:lpstr>
      <vt:lpstr>Hệ thống quản lý dịch vụ xe máy</vt:lpstr>
      <vt:lpstr>Hệ thống quản lý dịch vụ xe máy</vt:lpstr>
      <vt:lpstr>Hệ thống quản lý dịch vụ xe máy</vt:lpstr>
      <vt:lpstr>Hệ thống quản lý dịch vụ xe máy</vt:lpstr>
      <vt:lpstr>Hệ thống quản lý dịch vụ xe máy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Kim258024</dc:creator>
  <cp:lastModifiedBy>Nguyen Thi Kim258024</cp:lastModifiedBy>
  <cp:revision>9</cp:revision>
  <dcterms:created xsi:type="dcterms:W3CDTF">2026-07-20T02:23:33Z</dcterms:created>
  <dcterms:modified xsi:type="dcterms:W3CDTF">2026-07-20T04:50:20Z</dcterms:modified>
</cp:coreProperties>
</file>